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6047929b7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c6047929b7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6047929b7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6047929b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779c5c64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c779c5c64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75699933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75699933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779c5c6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c779c5c6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779c5c64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779c5c64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6047929b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c6047929b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c75699933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c7569993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75699933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75699933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0" y="47895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CSE551 - Smart Energy in the Info Age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1" name="Google Shape;5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" name="Google Shape;54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5" name="Google Shape;6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" name="Google Shape;67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2" name="Google Shape;72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4" name="Google Shape;94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8" name="Google Shape;98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2" name="Google Shape;102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8" name="Google Shape;10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home-assistant/operating-system/releases" TargetMode="External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homeassistant.local:8123/dashboard-cse551/0" TargetMode="External"/><Relationship Id="rId4" Type="http://schemas.openxmlformats.org/officeDocument/2006/relationships/hyperlink" Target="https://demo.home-assistant.io/#/lovelace/0" TargetMode="External"/><Relationship Id="rId5" Type="http://schemas.openxmlformats.org/officeDocument/2006/relationships/hyperlink" Target="https://demo.home-assistant.io/#/energy" TargetMode="External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"/>
          <p:cNvSpPr txBox="1"/>
          <p:nvPr>
            <p:ph type="ctrTitle"/>
          </p:nvPr>
        </p:nvSpPr>
        <p:spPr>
          <a:xfrm>
            <a:off x="3568950" y="1782300"/>
            <a:ext cx="42666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Smart Energy Assistant</a:t>
            </a:r>
            <a:endParaRPr sz="3000"/>
          </a:p>
        </p:txBody>
      </p:sp>
      <p:sp>
        <p:nvSpPr>
          <p:cNvPr id="136" name="Google Shape;136;p13"/>
          <p:cNvSpPr txBox="1"/>
          <p:nvPr>
            <p:ph idx="1" type="subTitle"/>
          </p:nvPr>
        </p:nvSpPr>
        <p:spPr>
          <a:xfrm>
            <a:off x="3568950" y="2932400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Group 5</a:t>
            </a:r>
            <a:endParaRPr b="1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307850"/>
            <a:ext cx="7038900" cy="32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 entails developing an AI-powered energy assistant with an open-source LLM model for transparent responses to user queries.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Key functionalities with the user friendly interface include: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Offering personalized suggestions for energy optimization,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Predicting monthly usage based on historical data and weather forecasts,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Assessing  appliance efficiency by continuous monitoring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Anomaly detection mechanisms and alerts for prompt intervention,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300"/>
              <a:buChar char="●"/>
            </a:pPr>
            <a:r>
              <a:rPr lang="en"/>
              <a:t>An explainability component for transparent insights into model predictions.</a:t>
            </a:r>
            <a:endParaRPr/>
          </a:p>
        </p:txBody>
      </p:sp>
      <p:sp>
        <p:nvSpPr>
          <p:cNvPr id="143" name="Google Shape;1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xisting</a:t>
            </a:r>
            <a:r>
              <a:rPr lang="en"/>
              <a:t> applications</a:t>
            </a:r>
            <a:endParaRPr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297500" y="1116150"/>
            <a:ext cx="6386400" cy="22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Home Assistant - Free and open-source software for home automation. Easy to use. Many add-ons available.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OpenHAB - Open source home automation software written in Java. More flexibility, less abstraction.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Apple Home - Smart home platform that allows you to control compatible accessories. Limited devices support.</a:t>
            </a:r>
            <a:endParaRPr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Google Home - Personalized smart home assistant. Expensive and limited compatibility with other devices.</a:t>
            </a:r>
            <a:endParaRPr/>
          </a:p>
        </p:txBody>
      </p:sp>
      <p:sp>
        <p:nvSpPr>
          <p:cNvPr id="150" name="Google Shape;15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HAB" id="151" name="Google Shape;15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775" y="3495526"/>
            <a:ext cx="1073150" cy="107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me User Guide for Mac - Apple Support"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976" y="3502813"/>
            <a:ext cx="1122975" cy="1122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Home Logo and symbol, meaning, history, PNG, brand" id="153" name="Google Shape;15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75" y="3555300"/>
            <a:ext cx="2127190" cy="119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load.wikimedia.org/wikipedia/commons/thumb/6/6e/..." id="154" name="Google Shape;15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79000" y="3465400"/>
            <a:ext cx="1197800" cy="11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160500" y="507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Assistant</a:t>
            </a:r>
            <a:endParaRPr/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973825" y="1326350"/>
            <a:ext cx="3306000" cy="28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 Assistant is an open-source home automation software platform.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Supports around 2800 </a:t>
            </a:r>
            <a:r>
              <a:rPr lang="en"/>
              <a:t>integrations available and has tons of addons.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Built-in energy dashboard for tracking usage and efficiency across connected devices.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</a:t>
            </a:r>
            <a:r>
              <a:rPr lang="en"/>
              <a:t>oesn’t require cloud services in order to function. This means data is only stored on your device, providing you with privacy.</a:t>
            </a:r>
            <a:endParaRPr/>
          </a:p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12572"/>
          <a:stretch/>
        </p:blipFill>
        <p:spPr>
          <a:xfrm>
            <a:off x="4488025" y="1326350"/>
            <a:ext cx="4241274" cy="27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1243450" y="3264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Integrating </a:t>
            </a:r>
            <a:r>
              <a:rPr lang="en"/>
              <a:t>Conversational</a:t>
            </a:r>
            <a:r>
              <a:rPr lang="en"/>
              <a:t> Agent in Home Assistant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771150" y="1454800"/>
            <a:ext cx="35241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10"/>
              <a:t>Assist Pipeline integration turns the user's speech into text, gets it processed, and turns the response into speech.</a:t>
            </a:r>
            <a:endParaRPr sz="1310"/>
          </a:p>
          <a:p>
            <a:pPr indent="-311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10"/>
              <a:t>Conversation integration processes user's text. </a:t>
            </a:r>
            <a:endParaRPr sz="1310"/>
          </a:p>
          <a:p>
            <a:pPr indent="-311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10"/>
              <a:t>Intent integration executes the intent and returns a response.</a:t>
            </a:r>
            <a:endParaRPr sz="1310"/>
          </a:p>
          <a:p>
            <a:pPr indent="-311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10"/>
              <a:t>Text-to-Speech integration turns text into speech.</a:t>
            </a:r>
            <a:endParaRPr sz="1310"/>
          </a:p>
          <a:p>
            <a:pPr indent="-311785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0"/>
              <a:buChar char="●"/>
            </a:pPr>
            <a:r>
              <a:rPr lang="en" sz="1310"/>
              <a:t>Similarly, Speech-to-Text integration turns speech into text.</a:t>
            </a:r>
            <a:endParaRPr sz="1310"/>
          </a:p>
          <a:p>
            <a:pPr indent="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10"/>
          </a:p>
        </p:txBody>
      </p:sp>
      <p:sp>
        <p:nvSpPr>
          <p:cNvPr id="169" name="Google Shape;1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050" y="1526850"/>
            <a:ext cx="4272126" cy="283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/>
          <p:nvPr>
            <p:ph type="title"/>
          </p:nvPr>
        </p:nvSpPr>
        <p:spPr>
          <a:xfrm>
            <a:off x="1297500" y="264900"/>
            <a:ext cx="7038900" cy="6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LLM Add-on For Home Assistant</a:t>
            </a:r>
            <a:endParaRPr/>
          </a:p>
        </p:txBody>
      </p:sp>
      <p:sp>
        <p:nvSpPr>
          <p:cNvPr id="176" name="Google Shape;176;p18"/>
          <p:cNvSpPr txBox="1"/>
          <p:nvPr>
            <p:ph idx="1" type="body"/>
          </p:nvPr>
        </p:nvSpPr>
        <p:spPr>
          <a:xfrm>
            <a:off x="1238025" y="938850"/>
            <a:ext cx="7038900" cy="3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is Home LLM?</a:t>
            </a:r>
            <a:endParaRPr sz="1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 LLM is an add-on for home assistant which provides </a:t>
            </a:r>
            <a:r>
              <a:rPr lang="en"/>
              <a:t>necessary</a:t>
            </a:r>
            <a:r>
              <a:rPr lang="en"/>
              <a:t> components to control the Home Assistant installation with a completely local Large Language Model acting as a personal assistant.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objective is to serve as a "conversation agent" component within Home Assistant.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Home LLM is able to control devices in the user's house as well as perform basic questions and answering.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Large </a:t>
            </a:r>
            <a:r>
              <a:rPr lang="en" sz="1600"/>
              <a:t>Language Models and Dataset:</a:t>
            </a:r>
            <a:endParaRPr sz="1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Two large language models are available for use belonging to the Phi model series by Microsoft and the StableLM model series by StabilityAI.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Fine tuned on Home Assistant request dataset which comprises a collection of user requests and corresponding responses while engaging with a personal assistant.</a:t>
            </a:r>
            <a:endParaRPr/>
          </a:p>
        </p:txBody>
      </p:sp>
      <p:sp>
        <p:nvSpPr>
          <p:cNvPr id="177" name="Google Shape;1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idx="1" type="body"/>
          </p:nvPr>
        </p:nvSpPr>
        <p:spPr>
          <a:xfrm>
            <a:off x="1297500" y="598600"/>
            <a:ext cx="7038900" cy="41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Working:</a:t>
            </a:r>
            <a:endParaRPr sz="16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Home LLM will obtain the information about the state of Home Assistant including available devices and callable services with the help of system prompt.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time the user inputs a command to Home LLM, it generates an output comprising a user response along with a code block capable of activating different services within Home Assistant.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9613" y="1661325"/>
            <a:ext cx="5824774" cy="100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3500" y="3466200"/>
            <a:ext cx="4277001" cy="76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Assistant - Installation Steps</a:t>
            </a:r>
            <a:endParaRPr/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1297500" y="1567550"/>
            <a:ext cx="4506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Install Home Assistant Operating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Download the appropriate image -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downloading, decompress the image and create a virtual machine.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Load the appliance image into the virtual machine hypervisor.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the virtual machine.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Observe the boot process of the Home Assistant Operating System.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Once completed, Home Assistant will be reachable on homeassistant.local:8123.</a:t>
            </a:r>
            <a:endParaRPr/>
          </a:p>
        </p:txBody>
      </p:sp>
      <p:sp>
        <p:nvSpPr>
          <p:cNvPr id="192" name="Google Shape;19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" name="Google Shape;19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4400" y="1960325"/>
            <a:ext cx="3034799" cy="1777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Assistant - Demo</a:t>
            </a:r>
            <a:endParaRPr/>
          </a:p>
        </p:txBody>
      </p:sp>
      <p:sp>
        <p:nvSpPr>
          <p:cNvPr id="199" name="Google Shape;199;p21"/>
          <p:cNvSpPr txBox="1"/>
          <p:nvPr>
            <p:ph idx="1" type="body"/>
          </p:nvPr>
        </p:nvSpPr>
        <p:spPr>
          <a:xfrm>
            <a:off x="1297500" y="1201425"/>
            <a:ext cx="39354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Local custom CSE551 dashboard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ARS Home Dashboard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Energy Usage Dashboard</a:t>
            </a:r>
            <a:endParaRPr/>
          </a:p>
        </p:txBody>
      </p:sp>
      <p:sp>
        <p:nvSpPr>
          <p:cNvPr id="200" name="Google Shape;20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62700" y="2316700"/>
            <a:ext cx="5366748" cy="221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idx="1" type="body"/>
          </p:nvPr>
        </p:nvSpPr>
        <p:spPr>
          <a:xfrm>
            <a:off x="1052550" y="1467300"/>
            <a:ext cx="7038900" cy="18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sz="3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